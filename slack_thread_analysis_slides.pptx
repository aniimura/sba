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Slackスレッド分析レポート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脊椎番号付け（Spine_Num D2）プロジェクト</a:t>
            </a:r>
            <a:br/>
            <a:r>
              <a:t>評価とToDo整理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エグゼクティブサマリー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プロジェクト目的:</a:t>
            </a:r>
          </a:p>
          <a:p>
            <a:pPr>
              <a:spcAft>
                <a:spcPts val="1200"/>
              </a:spcAft>
              <a:defRPr sz="1800"/>
            </a:pPr>
            <a:r>
              <a:t>　医療画像（CT/MRI）から脊椎番号を自動で付与するシステムの開発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現在の状況:</a:t>
            </a:r>
          </a:p>
          <a:p>
            <a:pPr>
              <a:spcAft>
                <a:spcPts val="1200"/>
              </a:spcAft>
              <a:defRPr sz="1800"/>
            </a:pPr>
            <a:r>
              <a:t>　✅ GitHub初期整備: 完了</a:t>
            </a:r>
          </a:p>
          <a:p>
            <a:pPr>
              <a:spcAft>
                <a:spcPts val="1200"/>
              </a:spcAft>
              <a:defRPr sz="1800"/>
            </a:pPr>
            <a:r>
              <a:t>　⬜ Clean inference設計: 次のステップ</a:t>
            </a:r>
          </a:p>
          <a:p>
            <a:pPr>
              <a:spcAft>
                <a:spcPts val="1200"/>
              </a:spcAft>
              <a:defRPr sz="1800"/>
            </a:pPr>
            <a:r>
              <a:t>　⬜ 軸判定自動化: 未対応（最重要課題）</a:t>
            </a:r>
          </a:p>
          <a:p>
            <a:pPr>
              <a:spcAft>
                <a:spcPts val="1200"/>
              </a:spcAft>
              <a:defRPr sz="1800"/>
            </a:pPr>
            <a:r>
              <a:t>　⬜ DICOM locator出力: 完全未着手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結論:</a:t>
            </a:r>
          </a:p>
          <a:p>
            <a:pPr>
              <a:spcAft>
                <a:spcPts val="1200"/>
              </a:spcAft>
              <a:defRPr sz="1800"/>
            </a:pPr>
            <a:r>
              <a:t>　現行本線（TotalSegmentator + ConvNeXtV2）は妥当</a:t>
            </a:r>
          </a:p>
          <a:p>
            <a:pPr>
              <a:spcAft>
                <a:spcPts val="1200"/>
              </a:spcAft>
              <a:defRPr sz="1800"/>
            </a:pPr>
            <a:r>
              <a:t>　次のアクション: Clean single-case inference entry point設計に進む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プロジェクト背景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解決したい課題:</a:t>
            </a:r>
          </a:p>
          <a:p>
            <a:pPr>
              <a:spcAft>
                <a:spcPts val="1200"/>
              </a:spcAft>
              <a:defRPr sz="1800"/>
            </a:pPr>
            <a:r>
              <a:t>　・脊椎は頸椎(C1-C7)、胸椎(T1-T12)、腰椎(L1-L5)等で構成</a:t>
            </a:r>
          </a:p>
          <a:p>
            <a:pPr>
              <a:spcAft>
                <a:spcPts val="1200"/>
              </a:spcAft>
              <a:defRPr sz="1800"/>
            </a:pPr>
            <a:r>
              <a:t>　・手動での番号付けは時間がかかり、ミスも発生しやすい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目指すワークフロー:</a:t>
            </a:r>
          </a:p>
          <a:p>
            <a:pPr>
              <a:spcAft>
                <a:spcPts val="1200"/>
              </a:spcAft>
              <a:defRPr sz="1800"/>
            </a:pPr>
            <a:r>
              <a:t>　CT/MRI撮影 → AI自動番号付け → 診断・報告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最終目標:</a:t>
            </a:r>
          </a:p>
          <a:p>
            <a:pPr>
              <a:spcAft>
                <a:spcPts val="1200"/>
              </a:spcAft>
              <a:defRPr sz="1800"/>
            </a:pPr>
            <a:r>
              <a:t>　・DICOM locator形式での出力（スカウト画像として動作）</a:t>
            </a:r>
          </a:p>
          <a:p>
            <a:pPr>
              <a:spcAft>
                <a:spcPts val="1200"/>
              </a:spcAft>
              <a:defRPr sz="1800"/>
            </a:pPr>
            <a:r>
              <a:t>　・臨床ワークフローへの統合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現行アーキテクチャ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パイプライン構成: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　CT/MRI画像 (DICOM/NIfTI)</a:t>
            </a:r>
          </a:p>
          <a:p>
            <a:pPr>
              <a:spcAft>
                <a:spcPts val="1200"/>
              </a:spcAft>
              <a:defRPr sz="1800"/>
            </a:pPr>
            <a:r>
              <a:t>　　　↓</a:t>
            </a:r>
          </a:p>
          <a:p>
            <a:pPr>
              <a:spcAft>
                <a:spcPts val="1200"/>
              </a:spcAft>
              <a:defRPr sz="1800"/>
            </a:pPr>
            <a:r>
              <a:t>　TotalSegmentator (骨格抽出・104クラス対応)</a:t>
            </a:r>
          </a:p>
          <a:p>
            <a:pPr>
              <a:spcAft>
                <a:spcPts val="1200"/>
              </a:spcAft>
              <a:defRPr sz="1800"/>
            </a:pPr>
            <a:r>
              <a:t>　　　↓</a:t>
            </a:r>
          </a:p>
          <a:p>
            <a:pPr>
              <a:spcAft>
                <a:spcPts val="1200"/>
              </a:spcAft>
              <a:defRPr sz="1800"/>
            </a:pPr>
            <a:r>
              <a:t>　矢状断RaySum生成 (3D→2D投影) ★課題: 軸判定</a:t>
            </a:r>
          </a:p>
          <a:p>
            <a:pPr>
              <a:spcAft>
                <a:spcPts val="1200"/>
              </a:spcAft>
              <a:defRPr sz="1800"/>
            </a:pPr>
            <a:r>
              <a:t>　　　↓</a:t>
            </a:r>
          </a:p>
          <a:p>
            <a:pPr>
              <a:spcAft>
                <a:spcPts val="1200"/>
              </a:spcAft>
              <a:defRPr sz="1800"/>
            </a:pPr>
            <a:r>
              <a:t>　ConvNeXtV2 (26チャンネル特徴抽出)</a:t>
            </a:r>
          </a:p>
          <a:p>
            <a:pPr>
              <a:spcAft>
                <a:spcPts val="1200"/>
              </a:spcAft>
              <a:defRPr sz="1800"/>
            </a:pPr>
            <a:r>
              <a:t>　　　↓</a:t>
            </a:r>
          </a:p>
          <a:p>
            <a:pPr>
              <a:spcAft>
                <a:spcPts val="1200"/>
              </a:spcAft>
              <a:defRPr sz="1800"/>
            </a:pPr>
            <a:r>
              <a:t>　ヒートマップ回帰 (各脊椎位置を推定)</a:t>
            </a:r>
          </a:p>
          <a:p>
            <a:pPr>
              <a:spcAft>
                <a:spcPts val="1200"/>
              </a:spcAft>
              <a:defRPr sz="1800"/>
            </a:pPr>
            <a:r>
              <a:t>　　　↓</a:t>
            </a:r>
          </a:p>
          <a:p>
            <a:pPr>
              <a:spcAft>
                <a:spcPts val="1200"/>
              </a:spcAft>
              <a:defRPr sz="1800"/>
            </a:pPr>
            <a:r>
              <a:t>　脊椎番号出力 (C1非表示/C1除外評価)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ツール妥当性評価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ツール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評価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備考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TotalSegmentator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3Dセグメンテーション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妥当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医療画像標準、104クラス対応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ConvNeXtV2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特徴抽出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妥当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SOTA CNN、ImageNet事前学習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ヒートマップ回帰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位置推定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✅ 妥当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landmark検出に実績あり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Skellytour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骨格検出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⚠️ 要検証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正常変異で不安定（探索段階）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未解決課題一覧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課題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重要度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状態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詳細</a:t>
                      </a:r>
                    </a:p>
                  </a:txBody>
                  <a:tcPr>
                    <a:solidFill>
                      <a:srgbClr val="0070C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軸判定・向き判定の自動化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🔴 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未対応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TotalSegmentator→RaySum時に方向不明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RaySum投影方向の不整合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🔴 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部分対応?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元データでデタラメになる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DICOM locator形式出力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🟡 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完全未着手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スカウト同様の形式化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Skellytour正常変異対応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🟡 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評価中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highモデル未テスト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補完すべき技術要素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DICOM方向情報パーサー</a:t>
            </a:r>
          </a:p>
          <a:p>
            <a:pPr>
              <a:spcAft>
                <a:spcPts val="1200"/>
              </a:spcAft>
              <a:defRPr sz="1800"/>
            </a:pPr>
            <a:r>
              <a:t>　　├ ImageOrientationPatient解析</a:t>
            </a:r>
          </a:p>
          <a:p>
            <a:pPr>
              <a:spcAft>
                <a:spcPts val="1200"/>
              </a:spcAft>
              <a:defRPr sz="1800"/>
            </a:pPr>
            <a:r>
              <a:t>　　└ 自動軸判定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品質管理モジュール</a:t>
            </a:r>
          </a:p>
          <a:p>
            <a:pPr>
              <a:spcAft>
                <a:spcPts val="1200"/>
              </a:spcAft>
              <a:defRPr sz="1800"/>
            </a:pPr>
            <a:r>
              <a:t>　　├ 異常検知（解剖学的整合性チェック）</a:t>
            </a:r>
          </a:p>
          <a:p>
            <a:pPr>
              <a:spcAft>
                <a:spcPts val="1200"/>
              </a:spcAft>
              <a:defRPr sz="1800"/>
            </a:pPr>
            <a:r>
              <a:t>　　└ 信頼度スコア出力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DICOM SC/Locator生成モジュール</a:t>
            </a:r>
          </a:p>
          <a:p>
            <a:pPr>
              <a:spcAft>
                <a:spcPts val="1200"/>
              </a:spcAft>
              <a:defRPr sz="1800"/>
            </a:pPr>
            <a:r>
              <a:t>　　├ pydicom使用</a:t>
            </a:r>
          </a:p>
          <a:p>
            <a:pPr>
              <a:spcAft>
                <a:spcPts val="1200"/>
              </a:spcAft>
              <a:defRPr sz="1800"/>
            </a:pPr>
            <a:r>
              <a:t>　　└ locator情報埋め込み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現在の進捗状況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[A] GitHub初期整備　　　　████████████████████ 100% ✅完了</a:t>
            </a:r>
          </a:p>
          <a:p>
            <a:pPr>
              <a:spcAft>
                <a:spcPts val="1200"/>
              </a:spcAft>
              <a:defRPr sz="1800"/>
            </a:pPr>
            <a:r>
              <a:t>　　├ 仕様・参照コード整理</a:t>
            </a:r>
          </a:p>
          <a:p>
            <a:pPr>
              <a:spcAft>
                <a:spcPts val="1200"/>
              </a:spcAft>
              <a:defRPr sz="1800"/>
            </a:pPr>
            <a:r>
              <a:t>　　├ docs/model_registry.md方針決定</a:t>
            </a:r>
          </a:p>
          <a:p>
            <a:pPr>
              <a:spcAft>
                <a:spcPts val="1200"/>
              </a:spcAft>
              <a:defRPr sz="1800"/>
            </a:pPr>
            <a:r>
              <a:t>　　└ checkpoint管理方針決定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[B] Clean inference設計　░░░░░░░░░░░░░░░░░░░░   0% ⬜次のステップ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[C] 軸判定自動化　　　　　░░░░░░░░░░░░░░░░░░░░   0% ⬜未着手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[D] DICOM locator出力　　░░░░░░░░░░░░░░░░░░░░   0% ⬜未着手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[E] Skellytour評価　　　　████████░░░░░░░░░░░░  40% 🔄進行中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ToDo整理（優先順位付き）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Phase 1: 基盤整備（即時）</a:t>
            </a:r>
          </a:p>
          <a:p>
            <a:pPr>
              <a:spcAft>
                <a:spcPts val="1200"/>
              </a:spcAft>
              <a:defRPr sz="1800"/>
            </a:pPr>
            <a:r>
              <a:t>　[ ] 既存コードのインベントリ作成</a:t>
            </a:r>
          </a:p>
          <a:p>
            <a:pPr>
              <a:spcAft>
                <a:spcPts val="1200"/>
              </a:spcAft>
              <a:defRPr sz="1800"/>
            </a:pPr>
            <a:r>
              <a:t>　[ ] 開発環境セットアップ文書化</a:t>
            </a:r>
          </a:p>
          <a:p>
            <a:pPr>
              <a:spcAft>
                <a:spcPts val="1200"/>
              </a:spcAft>
              <a:defRPr sz="1800"/>
            </a:pPr>
            <a:r>
              <a:t>　[ ] checkpointファイルの管理確認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Phase 2: 推論パイプライン（短期）⭐最優先</a:t>
            </a:r>
          </a:p>
          <a:p>
            <a:pPr>
              <a:spcAft>
                <a:spcPts val="1200"/>
              </a:spcAft>
              <a:defRPr sz="1800"/>
            </a:pPr>
            <a:r>
              <a:t>　[ ] Clean single-case inference entry point実装</a:t>
            </a:r>
          </a:p>
          <a:p>
            <a:pPr>
              <a:spcAft>
                <a:spcPts val="1200"/>
              </a:spcAft>
              <a:defRPr sz="1800"/>
            </a:pPr>
            <a:r>
              <a:t>　[ ] 軸判定・向き判定の自動化</a:t>
            </a:r>
          </a:p>
          <a:p>
            <a:pPr>
              <a:spcAft>
                <a:spcPts val="1200"/>
              </a:spcAft>
              <a:defRPr sz="1800"/>
            </a:pPr>
            <a:r>
              <a:t>　[ ] RaySum投影方向の標準化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Phase 3: 出力形式（中期）</a:t>
            </a:r>
          </a:p>
          <a:p>
            <a:pPr>
              <a:spcAft>
                <a:spcPts val="1200"/>
              </a:spcAft>
              <a:defRPr sz="1800"/>
            </a:pPr>
            <a:r>
              <a:t>　[ ] DICOM locator形式出力の設計・実装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開発方針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1. 現行本線を優先開発</a:t>
            </a:r>
          </a:p>
          <a:p>
            <a:pPr>
              <a:spcAft>
                <a:spcPts val="1200"/>
              </a:spcAft>
              <a:defRPr sz="1800"/>
            </a:pPr>
            <a:r>
              <a:t>　　TotalSegmentator + ConvNeXtV2</a:t>
            </a:r>
          </a:p>
          <a:p>
            <a:pPr>
              <a:spcAft>
                <a:spcPts val="1200"/>
              </a:spcAft>
              <a:defRPr sz="1800"/>
            </a:pPr>
            <a:r>
              <a:t>　　→ 実績あり、安定性高い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Skellytourは並行評価（探索ブランチ）</a:t>
            </a:r>
          </a:p>
          <a:p>
            <a:pPr>
              <a:spcAft>
                <a:spcPts val="1200"/>
              </a:spcAft>
              <a:defRPr sz="1800"/>
            </a:pPr>
            <a:r>
              <a:t>　　highモデルで追加検証</a:t>
            </a:r>
          </a:p>
          <a:p>
            <a:pPr>
              <a:spcAft>
                <a:spcPts val="1200"/>
              </a:spcAft>
              <a:defRPr sz="1800"/>
            </a:pPr>
            <a:r>
              <a:t>　　→ 良好なら統合、不良なら棄却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軸判定問題は最優先で解決</a:t>
            </a:r>
          </a:p>
          <a:p>
            <a:pPr>
              <a:spcAft>
                <a:spcPts val="1200"/>
              </a:spcAft>
              <a:defRPr sz="1800"/>
            </a:pPr>
            <a:r>
              <a:t>　　DICOM方向情報活用を第一候補</a:t>
            </a:r>
          </a:p>
          <a:p>
            <a:pPr>
              <a:spcAft>
                <a:spcPts val="1200"/>
              </a:spcAft>
              <a:defRPr sz="1800"/>
            </a:pPr>
            <a:r>
              <a:t>　　→ 2D分類はフォールバック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次のステップ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具体的アクション: Clean single-case inference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入力:</a:t>
            </a:r>
          </a:p>
          <a:p>
            <a:pPr>
              <a:spcAft>
                <a:spcPts val="1200"/>
              </a:spcAft>
              <a:defRPr sz="1800"/>
            </a:pPr>
            <a:r>
              <a:t>　・DICOM/NIfTIファイルパス</a:t>
            </a:r>
          </a:p>
          <a:p>
            <a:pPr>
              <a:spcAft>
                <a:spcPts val="1200"/>
              </a:spcAft>
              <a:defRPr sz="1800"/>
            </a:pPr>
            <a:r>
              <a:t>　・(オプション) 設定JSON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出力:</a:t>
            </a:r>
          </a:p>
          <a:p>
            <a:pPr>
              <a:spcAft>
                <a:spcPts val="1200"/>
              </a:spcAft>
              <a:defRPr sz="1800"/>
            </a:pPr>
            <a:r>
              <a:t>　・脊椎番号付きJSON</a:t>
            </a:r>
          </a:p>
          <a:p>
            <a:pPr>
              <a:spcAft>
                <a:spcPts val="1200"/>
              </a:spcAft>
              <a:defRPr sz="1800"/>
            </a:pPr>
            <a:r>
              <a:t>　・DICOM locator (将来)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含めるべきロジック:</a:t>
            </a:r>
          </a:p>
          <a:p>
            <a:pPr>
              <a:spcAft>
                <a:spcPts val="1200"/>
              </a:spcAft>
              <a:defRPr sz="1800"/>
            </a:pPr>
            <a:r>
              <a:t>　・DICOM方向情報の解析</a:t>
            </a:r>
          </a:p>
          <a:p>
            <a:pPr>
              <a:spcAft>
                <a:spcPts val="1200"/>
              </a:spcAft>
              <a:defRPr sz="1800"/>
            </a:pPr>
            <a:r>
              <a:t>　・軸判定の自動化</a:t>
            </a:r>
          </a:p>
          <a:p>
            <a:pPr>
              <a:spcAft>
                <a:spcPts val="1200"/>
              </a:spcAft>
              <a:defRPr sz="1800"/>
            </a:pPr>
            <a:r>
              <a:t>　・エラーハンドリング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確認事項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27432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Slackスレッドからの不明点: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1. 2D分類モデルでRaySum投影方向対応は完了しているか？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2. C1非表示/C1除外評価の詳細仕様は？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3. テスト用サンプルデータの入手方法は？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4. checkpointファイルの共有ストレージパスは？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